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474" y="532954"/>
            <a:ext cx="7461052" cy="4077444"/>
          </a:xfrm>
          <a:prstGeom prst="rect">
            <a:avLst/>
          </a:prstGeom>
          <a:noFill/>
          <a:ln w="47625">
            <a:solidFill>
              <a:srgbClr val="4A6D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3551" y="1088529"/>
            <a:ext cx="6476899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五一专属宠妻（兼溜娃）企划书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33551" y="2347020"/>
            <a:ext cx="6476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60"/>
              </a:spcBef>
              <a:spcAft>
                <a:spcPts val="4000"/>
              </a:spcAft>
              <a:buNone/>
            </a:pPr>
            <a:r>
              <a:rPr lang="en-US" sz="2000" i="1" dirty="0">
                <a:solidFill>
                  <a:srgbClr val="4A6D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去看最美的海，吃最鲜的鱼，拍最仙的照片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3551" y="3150245"/>
            <a:ext cx="64768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你的专属司机/摄影师/提包小弟/全职奶爸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33551" y="3451771"/>
            <a:ext cx="64768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汇报对象：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家里最辛苦、最美丽的仙女老婆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3551" y="3753296"/>
            <a:ext cx="64768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目的地：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宁波象山 · 东门渔村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917525"/>
            <a:ext cx="8382000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3810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4A6D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项目立项背景（懂你的心）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80951"/>
            <a:ext cx="4045000" cy="3595092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434852"/>
            <a:ext cx="36079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老婆大人的核心诉求：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01" y="1920627"/>
            <a:ext cx="3537198" cy="244911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想看海：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吹海风，看落日，洗去带娃和工作的班味。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想吃海鲜：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要实现海鲜自由，但绝不被网红店当韭菜割。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想拍美照：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喜欢“新中式”的清冷仙气，背景不能全是人头。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带2岁宝宝：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不能太累，不能走烂路，得有地方睡觉、有软烂食物。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79900" y="1180951"/>
            <a:ext cx="4083100" cy="3595092"/>
          </a:xfrm>
          <a:prstGeom prst="roundRect">
            <a:avLst>
              <a:gd name="adj" fmla="val 2826"/>
            </a:avLst>
          </a:prstGeom>
          <a:solidFill>
            <a:srgbClr val="EEF3F5"/>
          </a:solidFill>
          <a:ln w="19050">
            <a:solidFill>
              <a:srgbClr val="4A6D7C"/>
            </a:solidFill>
          </a:ln>
          <a:effectLst>
            <a:outerShdw sx="100000" sy="100000" kx="0" ky="0" algn="bl" rotWithShape="0" blurRad="76200" dist="26941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2851" y="1453902"/>
            <a:ext cx="36079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4A6D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老公的解题思路：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52851" y="1939677"/>
            <a:ext cx="3537198" cy="220012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目的地：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宁波象山 · 东门渔村（2天1晚）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避开舟山跨海大桥的“五一停车场”。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省钱秘籍：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不花一分钱冤枉门票，主打“高性价比”。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情绪价值：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高出片率、极度护娃，老公全权包办！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81000"/>
            <a:ext cx="0" cy="381000"/>
          </a:xfrm>
          <a:prstGeom prst="line">
            <a:avLst/>
          </a:prstGeom>
          <a:noFill/>
          <a:ln w="9525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381000"/>
            <a:ext cx="825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6D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1：看海、吃鲜、拍大片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015901"/>
            <a:ext cx="8382000" cy="3746599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269802"/>
            <a:ext cx="7620000" cy="244777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 错峰出发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：老婆车上补觉，宝宝睡回笼觉，我负责平稳驾驶。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 海鲜市场“进货”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：直奔石浦海鲜农贸市场，买活鲜找小店代加工。</a:t>
            </a: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老公承诺：海鲜钱我掏，老婆敞开吃！宝宝安排清蒸小黄鱼+水蒸蛋。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漫步东门渔村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：车开上岛，原生态无门票。有渔船、有灯塔、有海风。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 专属大片时间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：在妈祖庙高处等绝美“橘子海日落”。</a:t>
            </a: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老公承诺：你穿新中式裙子，我找角度蹲下连拍100张，宝宝归我抱！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18:30 晚餐</a:t>
            </a:r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：吃一碗满是蛤蜊和虾的象山海鲜面，经济实惠。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81000"/>
            <a:ext cx="0" cy="381000"/>
          </a:xfrm>
          <a:prstGeom prst="line">
            <a:avLst/>
          </a:prstGeom>
          <a:noFill/>
          <a:ln w="9525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381000"/>
            <a:ext cx="825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6D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2：最美海岸线与出片锦囊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8382000" cy="2038499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143000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🚗 慢时光行程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536650"/>
            <a:ext cx="7874198" cy="116234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自然醒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：吃象山特色米馒头，甜软适合宝宝。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兜风海岸线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：沿免费公路慢慢开，遇美景即停。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专属挖沙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：免费小沙滩。爸爸陪娃挖沙，妈妈撑伞散步吹海风。</a:t>
            </a:r>
            <a:endParaRPr lang="en-US" sz="1300" dirty="0"/>
          </a:p>
          <a:p>
            <a:pPr algn="l" marL="127000" indent="-12700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满载而归</a:t>
            </a:r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：趁宝宝午休点准时返程，避开高速大拥堵！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3181499"/>
            <a:ext cx="8382000" cy="1682948"/>
          </a:xfrm>
          <a:prstGeom prst="roundRect">
            <a:avLst>
              <a:gd name="adj" fmla="val 6037"/>
            </a:avLst>
          </a:prstGeom>
          <a:solidFill>
            <a:srgbClr val="EEF3F5"/>
          </a:solidFill>
          <a:ln w="9525">
            <a:solidFill>
              <a:srgbClr val="4A6D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3381524"/>
            <a:ext cx="80122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4A6D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👗 老婆专属：新中式出海OOTD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426" y="3765649"/>
            <a:ext cx="7855148" cy="79727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穿搭推荐：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纯白/米色/浅蓝棉麻交领长裙，或素雅马面裙，海风一吹仙气飘飘。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出片道具：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小竹编鱼篓、透明伞、法式草帽（已加进老公购物车）。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姿势密码：</a:t>
            </a:r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不看镜头！看海、低头找贝壳。修图APP已备好，绝不催促！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044476"/>
            <a:ext cx="8382000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7180" y="3810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4A6D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老公的“底气”——预算与后勤保障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307902"/>
            <a:ext cx="4064050" cy="2553146"/>
          </a:xfrm>
          <a:prstGeom prst="roundRect">
            <a:avLst>
              <a:gd name="adj" fmla="val 39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331714"/>
            <a:ext cx="4064050" cy="0"/>
          </a:xfrm>
          <a:prstGeom prst="line">
            <a:avLst/>
          </a:prstGeom>
          <a:noFill/>
          <a:ln w="47625">
            <a:solidFill>
              <a:srgbClr val="4A6D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4670" y="1482477"/>
            <a:ext cx="37567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贤惠持家预算表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1866602"/>
            <a:ext cx="3683050" cy="137874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住宿省：</a:t>
            </a:r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周边农家院落民宿，带院子好停车，清净。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吃饭省：</a:t>
            </a:r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菜场买海鲜代加工，人均100吃出300品质。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门票省：</a:t>
            </a:r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0元！全走自然风光免费路线。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省下的钱：全部上交，给老婆买护肤品！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1307902"/>
            <a:ext cx="4064050" cy="2553146"/>
          </a:xfrm>
          <a:prstGeom prst="roundRect">
            <a:avLst>
              <a:gd name="adj" fmla="val 39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8950" y="1331714"/>
            <a:ext cx="4064050" cy="0"/>
          </a:xfrm>
          <a:prstGeom prst="line">
            <a:avLst/>
          </a:prstGeom>
          <a:noFill/>
          <a:ln w="47625">
            <a:solidFill>
              <a:srgbClr val="4A6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2620" y="1482477"/>
            <a:ext cx="37567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🍼 2岁宝宝后勤包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89450" y="1866602"/>
            <a:ext cx="3683050" cy="137874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硬装备：</a:t>
            </a:r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轻便推车+腰凳。平路推车，爬坡我扛娃。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软保障：</a:t>
            </a:r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蒙脱石散、益生菌已备好，严控海鲜摄入量。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御寒物：</a:t>
            </a:r>
            <a:pPr algn="l" indent="0" marL="0">
              <a:lnSpc>
                <a:spcPts val="156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C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防风小外套、帽子已列入必备清单。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4A6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老公承诺：全程包办打包和背负！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987998"/>
            <a:ext cx="8382000" cy="774502"/>
          </a:xfrm>
          <a:prstGeom prst="roundRect">
            <a:avLst>
              <a:gd name="adj" fmla="val 13118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五一专属宠妻（兼溜娃）企划书</dc:title>
  <dc:subject>PptxGenJS Presentation</dc:subject>
  <dc:creator>Husband</dc:creator>
  <cp:lastModifiedBy>Husband</cp:lastModifiedBy>
  <cp:revision>1</cp:revision>
  <dcterms:created xsi:type="dcterms:W3CDTF">2026-04-29T04:46:26Z</dcterms:created>
  <dcterms:modified xsi:type="dcterms:W3CDTF">2026-04-29T04:46:26Z</dcterms:modified>
</cp:coreProperties>
</file>